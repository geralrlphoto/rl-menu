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05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2724912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Proposta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 Pricing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4983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Estruturar packs e apresentar a proposta de forma premium, para fechar a preço cheio, sem desconto.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0" y="393192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2000" dirty="0"/>
          </a:p>
        </p:txBody>
      </p:sp>
      <p:sp>
        <p:nvSpPr>
          <p:cNvPr id="9" name="Shape 7"/>
          <p:cNvSpPr/>
          <p:nvPr/>
        </p:nvSpPr>
        <p:spPr>
          <a:xfrm>
            <a:off x="658368" y="60350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RESOLVEMOS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preço à assinatura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253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17279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514600" y="195681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de preço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514600" y="23042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 e o poder da ancoragem para vender o pack certo.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1226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81" y="3270077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292608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2514600" y="305409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premium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2514600" y="340156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de forma que comunica o cuidado que terão no dia.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42199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36735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02336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5"/>
          <p:cNvSpPr/>
          <p:nvPr/>
        </p:nvSpPr>
        <p:spPr>
          <a:xfrm>
            <a:off x="2514600" y="415137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antes do número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514600" y="449884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que faz o preço deixar de assustar.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6868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81" y="5464637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512064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800" dirty="0"/>
          </a:p>
        </p:txBody>
      </p:sp>
      <p:sp>
        <p:nvSpPr>
          <p:cNvPr id="26" name="Text 20"/>
          <p:cNvSpPr/>
          <p:nvPr/>
        </p:nvSpPr>
        <p:spPr>
          <a:xfrm>
            <a:off x="2514600" y="524865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Objeções sem desconto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2514600" y="559612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com valor e preservar a tua margem e posicionamento.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Arquitetura do Preço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apresentas o preço importa tanto como o preço em si.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DO PREÇO ÚNICO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 preço único deixa o casal sem ponto de referência.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comparação, o casal só consegue perguntar 'é caro ou barato?'. Com opções, passa a perguntar 'qual é o melhor para nós?', uma conversa muito mais favorável.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DA ANCORAGEM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níveis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22580" y="23317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1320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289" y="28657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5460" y="3657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Essencial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1180" y="4206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de entrada. Existe para o pack do meio parecer generoso.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732" y="301752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335628" y="23317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84368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286573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8508" y="3657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Completo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564228" y="4206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queres vender. Desenhado para ser a escolha óbvia.</a:t>
            </a:r>
            <a:endParaRPr lang="en-US" sz="12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780" y="3017520"/>
            <a:ext cx="274320" cy="2743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148676" y="233172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9497416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1385" y="2865730"/>
            <a:ext cx="395021" cy="3950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331556" y="3657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Premium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8377276" y="4206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topo. Ancora o valor e torna o do meio a decisão sensata.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topo não existe só para vender, existe para tornar o meio irresistível.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DA ESTRATÉGIA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Desenhar o pack do meio para vencer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Põe lá o que mais valorizam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Vídeo, same day edit, álbum, o que ouviste na descoberta deve viver no pack do meio.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Preço que parece generoso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ao topo, o do meio tem de soar a 'muito valor por pouco mais'. É aí que a maioria cai.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escolha óbvia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bem desenhado, o casal escolhe-o sozinho, sem te sentir a empurrar.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TOPO TRABALHA POR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efeito do pack premium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3283F"/>
          </a:solidFill>
          <a:ln w="9525">
            <a:solidFill>
              <a:srgbClr val="9FB2C9">
                <a:alpha val="50000"/>
              </a:srgbClr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PACK PREMIUM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packs: 2.500€ e 3.500€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3.500€ parece 'o caro'.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casal hesita no de cima.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 a escolher o mais barato.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6314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PACK PREMIUM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packs: 2.500€ · 3.500€ · 5.500€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5.500€ ancora a perceção.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3.500€ passa a parecer sensato.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escolhe o do meio.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ESTRUTURA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packs bem desenhados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Essencial · 2.500€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foto do dia. O básico bem feito, âncora inferior, não o que queres vender.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Completo · 3.500€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+ vídeo + same day edit. O pack-herói, com tudo o que o casal mais valoriza.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Premium · 5.500€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+ álbum + pré-wedding + drone. O topo que ancora e ocasionalmente vende.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Extras à parte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Álbuns, horas extra, segundo operador, upsells que sobem o ticket sem inflar os packs.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Apresentar &amp; Fechar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primeiro, preço depois. Sempre por esta ordem.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DA ORDEM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preço só assusta quando aparece antes do valor.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primeiro o processo, a qualidade, os depoimentos e a transformação. Quando o número finalmente aparece, já faz sentido, porque o valor já está provado.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ENTREGAS A PROPOSTA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Email vs. proposta premium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3283F"/>
          </a:solidFill>
          <a:ln w="9525">
            <a:solidFill>
              <a:srgbClr val="9FB2C9">
                <a:alpha val="50000"/>
              </a:srgbClr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EMAIL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“Segue o orçamento: 3.500€”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Frio e comparável.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comunica cuidado.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mais uma cotação na caixa de entrada.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6314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PREMIUM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cuidado com história, mockups e depoimentos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 o cuidado que terão no dia.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 a outro nível.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proposta é premium, o serviço parece premium.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VENDE POR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uma proposta premium contém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história do casal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 com o que ouviste. Eles veem-se na proposta, não é um modelo genérico.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Mockups e exemplos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o álbum, o filme, a galeria torna o valor tangível antes da compra.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Depoimentos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Outros casais a confirmar o valor fecham mais do que qualquer argumento teu.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teu processo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como tudo decorre transmite segurança e justifica o preço premium.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CONVERSA DO PREÇO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Comunicar valor antes do número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Recapitula o valor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dizer o preço, relembra a transformação e o que está incluído. Prepara o terreno.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Apresenta com confiança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número sem hesitar nem pedir desculpa. A tua segurança valida o preço.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Cala-te depois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preço e deixa o silêncio trabalhar. Quem fala primeiro depois do preço, perde.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OBJEÇÃO DE PREÇO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'Está acima do nosso orçamento'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3283F"/>
          </a:solidFill>
          <a:ln w="9525">
            <a:solidFill>
              <a:srgbClr val="9FB2C9">
                <a:alpha val="50000"/>
              </a:srgbClr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'NÃO'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de justificação de valor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 ter a certeza que vale.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está interessado.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Desistir aqui é deixar dinheiro na mesa.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6314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CERTA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valor ou reorganizar o pack, nunca baixar o preço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Reafirma a transformação.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Oferece opções, não descontos.</a:t>
            </a: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margem e posicionamento.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CEDER NO PREÇO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Responder com valor, não com desconto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Reorganiza, não baixes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um item para ajustar ao orçamento. O preço por valor mantém-se intacto.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Oferece flexibilidade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pagamento faseado resolve muitas objeções sem tocar no preço.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Mantém-te firme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Descontar uma vez ensina o mercado a pedir desconto sempre. A tua margem é o teu negócio.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DO DESCONTO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Porque descontar te custa caro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1×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 dado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esse casal, e os que ele recomenda, a esperar sempre desconto.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-margem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lucro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euro de desconto sai direto da margem. É o euro mais caro que perdes.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-valor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posição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desconta sinaliza que o preço inicial era inflacionado. Mina a confiança.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 o preço com valor. O desconto resolve hoje e estraga o amanhã.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AVANÇAR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Erros comuns no pricing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Preço único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opções, o casal não tem como perceber valor, só compara contigo mesmo.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Preço antes do valor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Disparar o número cedo transforma a conversa numa negociação.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Proposta por email seco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orçamento sem apresentação desperdiça todo o trabalho da reunião.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Descontar à primeira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no preço protege a venda de hoje e destrói o negócio de amanhã.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Trabalho desta Semana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Redesenha o teu preço e a forma como o apresentas.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DESTA SEMANA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peças, preço cheio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024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83080" y="22768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481" y="2424257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21031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Redesenha os packs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606040" y="252374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 com ancoragem e um pack do meio pensado para ser a escolha óbvia.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33756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333756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783080" y="36941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481" y="3841577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06040" y="35204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 a proposta premium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2606040" y="394106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secções: história, mockups, depoimentos, processo e preço.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75488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77240" y="475488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Shape 14"/>
          <p:cNvSpPr/>
          <p:nvPr/>
        </p:nvSpPr>
        <p:spPr>
          <a:xfrm>
            <a:off x="1783080" y="51114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81" y="5258897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606040" y="49377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Prepara as objeções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2606040" y="535838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escritas para as 5 objeções de preço mais comuns, sem descontos.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ENTREGÁVEL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trazes à próxima sessão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2834640"/>
          </a:xfrm>
          <a:prstGeom prst="roundRect">
            <a:avLst>
              <a:gd name="adj" fmla="val 3226"/>
            </a:avLst>
          </a:prstGeom>
          <a:solidFill>
            <a:srgbClr val="13283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Sistema de Proposta e Pricing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96265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926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packs em 3 níveis com ancoragem</a:t>
            </a:r>
            <a:endParaRPr lang="en-US" sz="15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29584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4930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de proposta premium (secções definidas)</a:t>
            </a:r>
            <a:endParaRPr lang="en-US" sz="15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9651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405993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Guião de respostas às 5 objeções de preço mais comuns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Fechaste a preço cheio. Agora a experiência que transforma o cliente em fã que recomenda.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5: Proposta e Pricing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SESSÃO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" y="2514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Sessão 06: Experiência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 Portal de Cliente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4251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Desenhar uma experiência tão cuidada que o casal vira embaixador, com um portal de cliente diferenciador.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51206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Mentoria · S5_Proposta_Pricing</dc:title>
  <dc:subject>PptxGenJS Presentation</dc:subject>
  <dc:creator>RL</dc:creator>
  <cp:lastModifiedBy>RL</cp:lastModifiedBy>
  <cp:revision>1</cp:revision>
  <dcterms:created xsi:type="dcterms:W3CDTF">2026-06-09T13:17:00Z</dcterms:created>
  <dcterms:modified xsi:type="dcterms:W3CDTF">2026-06-09T13:17:00Z</dcterms:modified>
</cp:coreProperties>
</file>