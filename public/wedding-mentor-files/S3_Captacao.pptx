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645920"/>
            <a:ext cx="5943600" cy="5943600"/>
          </a:xfrm>
          <a:prstGeom prst="ellipse">
            <a:avLst/>
          </a:prstGeom>
          <a:solidFill>
            <a:srgbClr val="4A9EF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C9A96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RL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03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724912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Captação e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Qualificação do Lead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4983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lead perdido por lentidão. Só reuniões com quem tem real potencial de fechar.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0" y="393192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2000" dirty="0"/>
          </a:p>
        </p:txBody>
      </p:sp>
      <p:sp>
        <p:nvSpPr>
          <p:cNvPr id="9" name="Shape 7"/>
          <p:cNvSpPr/>
          <p:nvPr/>
        </p:nvSpPr>
        <p:spPr>
          <a:xfrm>
            <a:off x="658368" y="6035040"/>
            <a:ext cx="914400" cy="0"/>
          </a:xfrm>
          <a:prstGeom prst="line">
            <a:avLst/>
          </a:prstGeom>
          <a:noFill/>
          <a:ln w="3175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RESOLVEMOS HOJE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 contacto à reunião certa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539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17279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514600" y="195681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velocidade fecha negócios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514600" y="230428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os primeiros minutos decidem quem fecha.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1226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81" y="327007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260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514600" y="305409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formulário de intake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514600" y="34015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Recolher o essencial e qualificar logo à entrada.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21995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367357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02336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2514600" y="415137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Qualificar sem afastar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2514600" y="449884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 à reunião só com os casais certos.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5464637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1206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2514600" y="524865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 recupera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2514600" y="559612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Vencer o silêncio, que mata mais negócios que o 'não'.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Velocidade Fecha Negócios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lead nunca está tão quente como nos primeiros minutos. Vamos aproveitá-los.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É 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lead arrefece a cada minuto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10min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 dias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responder em minutos ou em dias é a diferença entre fechar e perder.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5696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62856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fotógrafos contactados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74336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casal pede a vários. Avança com quem responde melhor e mais depressa.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2752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9912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1º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39912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responder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51392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chega primeiro à conversa parte com vantagem sobre todos os outros.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depressa não é pressa, é profissionalismo, e o casal sente isso.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Quem responde primeiro, comanda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Intenção no pico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Acabou de enviar o pedido, está focado, entusiasmado e disponível. Daqui a dois dias já arrefeceu.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Primeira impressão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tua rapidez comunica organização e cuidado. O casal projeta isso para o dia do casamento.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Vantagem competitiva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os outros demoram, tu já criaste ligação. Chegas à reunião à frente.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CAPTAR BEM À ENTRADA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formulário de intake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e local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desde logo disponibilidade. Sem data livre, não há conversa a ter.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Tipo de serviço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vídeo ou ambos? Dá-te contexto para personalizar a resposta.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4176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Como te conheceu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 que pilar do teu motor está a funcionar, e onde investir mais.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4176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procuram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7512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pergunta aberta sobre o que valorizam aquece o lead e prepara a reunião.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MENSAGEM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resposta que aquece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3283F"/>
          </a:solidFill>
          <a:ln w="9525">
            <a:solidFill>
              <a:srgbClr val="9FB2C9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QUE AFASTA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pacote custa 3.500€.”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sem contexto.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um número a comparar.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casal foge para o mais barato.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6314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QUE APROXIMA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Entusiasmo + a vossa história + próximo passo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a data, mostra interesse genuíno.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 a uma conversa, não a um preço.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valor antes de falar de números.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46304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PRINCÍPIO DE OURO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77240" cy="77724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2137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i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Nunca envies preço sem antes criares valor.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66928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sem contexto só serve para ser comparado. Primeiro a conversa, a ligação e o valor. O número vem depois, e aí faz sentido.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Qualificar &amp; Não Largar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o lead merece reunião. E nenhum lead bom merece ser esquecido.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O TEU TEMPO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Nem todo o lead merece reunião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data compatível, não há negócio. É o primeiro filtro, e o mais simples.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Orçamento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noção de orçamento evita reuniões com quem nunca poderia fechar contigo.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Fit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o que tu fazes? Um casal alinhado com o teu posicionamento fecha mais fácil e valoriza mais.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AFASTAR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Como qualificar com elegância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2580" y="23317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1320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289" y="28657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5460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Pergunta aberta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1180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data, visão e prioridades, soa a interesse, não a interrogatório.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732" y="301752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35628" y="23317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84368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2865730"/>
            <a:ext cx="395021" cy="395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18508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Lê os sinais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564228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Orçamento, fit e entusiasmo aparecem na resposta. Qualificas sem perguntar o preço de frente.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780" y="301752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148676" y="23317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497416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1385" y="2865730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31556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Decide o passo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8377276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para os certos; redireccionas com gentileza quem não encaixa.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'não' aos errados liberta espaço para os certos, de onde virão os 100k.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Lead bem vs. mal qualificado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3283F"/>
          </a:solidFill>
          <a:ln w="9525">
            <a:solidFill>
              <a:srgbClr val="9FB2C9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QUALIFICADO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marcada às cegas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afinal indisponível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muito abaixo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perdida, frustração dos dois lados.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6314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QUALIFICADO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orçamento e fit confirmados antes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à reunião já aquecido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focada em fechar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probabilidade de 'sim'.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ASSASSINO SILENCIOSO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silêncio mata mais que o 'não'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perde-se no silêncio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negócios não é recusada, apenas desaparece sem resposta.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5696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2-3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62856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toques de follow-up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74336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Recuperam uma fatia enorme de leads que só estavam ocupados ou indecisos.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2752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9912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≠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39912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insistência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51392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educada não é chatear, é profissionalismo e cuidado.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LARGAR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sequência de follow-up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2580" y="23317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1320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289" y="28657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5460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Toque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1180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depois: 'Ainda fazem sentido as datas? Fico ao dispor.'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732" y="301752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35628" y="23317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84368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2865730"/>
            <a:ext cx="395021" cy="395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18508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Toque 2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564228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depois: acrescenta valor, um testemunho, uma ideia, uma foto.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780" y="301752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148676" y="23317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497416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1385" y="2865730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31556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Toque 3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8377276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tarde: 'Vou fechar a agenda dessa data, querem avançar?'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Toques bem espaçados, sempre a acrescentar, nunca só a perguntar 'então?'.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PERDER O FIO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Um CRM simples basta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Regista cada lead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data, estado e próximo passo. Mesmo uma folha simples evita que alguém caia no esquecimento.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Define o próximo passo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lead tem sempre uma ação seguinte com data. Sem 'a ver se ele responde'.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Mede a conversão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quantos leads viram reunião e venda mostra-te onde melhorar o funil.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AVANÇAR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Erros comuns na captação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Demorar a responder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hora de atraso é fecho que escorrega para a concorrência.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Disparar o preço logo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 valores antes de criar valor transforma-te num número a comparar.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4176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Reunir com toda a gente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qualificar, gastas energia com quem nunca iria fechar.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4176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Desistir ao primeiro silêncio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7512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follow-up, perdes a maioria dos leads que só estavam ocupados.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Trabalho desta Semana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o teu sistema de captação de ponta a ponta.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DESTA SEMANA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Três peças, zero leads perdidos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783080" y="227685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81" y="2424257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06040" y="21031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Cria o formulário de intake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606040" y="252374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as perguntas de qualificação certas: data, local, serviço, como te conheceu e o que procura.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333756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1783080" y="36941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81" y="3841577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3520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Escreve a resposta rápida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606040" y="394106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mensagem-modelo que confirma, aquece e conduz à reunião, sem enviar preço.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475488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Shape 14"/>
          <p:cNvSpPr/>
          <p:nvPr/>
        </p:nvSpPr>
        <p:spPr>
          <a:xfrm>
            <a:off x="1783080" y="511149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81" y="5258897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06040" y="4937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Define a sequência de follow-up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606040" y="535838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toques, quando e com que mensagem cada um.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ENTREGÁVEL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trazes à próxima sessão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2834640"/>
          </a:xfrm>
          <a:prstGeom prst="roundRect">
            <a:avLst>
              <a:gd name="adj" fmla="val 3226"/>
            </a:avLst>
          </a:prstGeom>
          <a:solidFill>
            <a:srgbClr val="13283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Sistema de Captação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6265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926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intake com perguntas de qualificação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29584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4930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Mensagem-modelo de resposta rápida (que aquece e conduz à reunião)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9651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05993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follow-up de 2–3 toques definida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lead captado e qualificado, falta o momento decisivo: a reunião onde se fecha.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3: Captação e Qualificação do Lead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645920"/>
            <a:ext cx="5943600" cy="5943600"/>
          </a:xfrm>
          <a:prstGeom prst="ellipse">
            <a:avLst/>
          </a:prstGeom>
          <a:solidFill>
            <a:srgbClr val="4A9EF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C9A96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SESSÃO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2514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Sessão 04: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Reunião de Venda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 que transforma um interessado em cliente, vendendo experiência e emoção, não entregáveis.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5120640"/>
            <a:ext cx="914400" cy="0"/>
          </a:xfrm>
          <a:prstGeom prst="line">
            <a:avLst/>
          </a:prstGeom>
          <a:noFill/>
          <a:ln w="3175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RL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Mentoria · S3_Captacao</dc:title>
  <dc:subject>PptxGenJS Presentation</dc:subject>
  <dc:creator>RL</dc:creator>
  <cp:lastModifiedBy>RL</cp:lastModifiedBy>
  <cp:revision>1</cp:revision>
  <dcterms:created xsi:type="dcterms:W3CDTF">2026-06-09T13:17:00Z</dcterms:created>
  <dcterms:modified xsi:type="dcterms:W3CDTF">2026-06-09T13:17:00Z</dcterms:modified>
</cp:coreProperties>
</file>