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645920"/>
            <a:ext cx="5943600" cy="5943600"/>
          </a:xfrm>
          <a:prstGeom prst="ellipse">
            <a:avLst/>
          </a:prstGeom>
          <a:solidFill>
            <a:srgbClr val="4A9EF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RL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04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724912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Reunião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Venda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4983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 que transforma um interessado em cliente, vendendo emoção, não uma lista de serviços.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0" y="393192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2000" dirty="0"/>
          </a:p>
        </p:txBody>
      </p:sp>
      <p:sp>
        <p:nvSpPr>
          <p:cNvPr id="9" name="Shape 7"/>
          <p:cNvSpPr/>
          <p:nvPr/>
        </p:nvSpPr>
        <p:spPr>
          <a:xfrm>
            <a:off x="658368" y="6035040"/>
            <a:ext cx="914400" cy="0"/>
          </a:xfrm>
          <a:prstGeom prst="line">
            <a:avLst/>
          </a:prstGeom>
          <a:noFill/>
          <a:ln w="3175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RESOLVEMOS HOJE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 conversa ao sim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539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17279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514600" y="195681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da conversa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514600" y="230428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fases de uma reunião que fecha por método, não por sorte.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1226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81" y="327007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260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514600" y="305409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514600" y="34015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pergunta, comanda. Deixar o casal dizer-te como conquistá-lo.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21995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36735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02336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2514600" y="415137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emoção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2514600" y="449884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entregáveis técnicos em memórias e sentimentos.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5464637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1206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2514600" y="524865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2514600" y="55961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 atrito do próximo passo e conduzir ao sim.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Anatomia de uma Reunião que Fecha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improvisa vende por sorte. Quem tem estrutura repete o resultado.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46304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QUE IMPORTA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77240" cy="77724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2137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Quem improvisa vende por sorte. Quem tem método, repete.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6928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reunião com estrutura não depende do teu dia nem da boa vontade do casal. É um processo que podes afinar e repetir até virar previsível.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RITMO CERTO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 quatro fases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0012" y="23317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6124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093" y="28657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2892" y="3657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Ligação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8612" y="42062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rapport e confiança antes de qualquer venda.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332" y="301752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75508" y="23317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71620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589" y="286573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58388" y="3657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Descoberta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604108" y="42062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e ouvir o que realmente importa ao casal.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828" y="301752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01004" y="23317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97116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085" y="2865730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83884" y="3657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Apresentação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6429604" y="42062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o teu serviço às dores e desejos que ouviste.</a:t>
            </a:r>
            <a:endParaRPr lang="en-US" sz="12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1324" y="301752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26500" y="23317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922612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6581" y="2865730"/>
            <a:ext cx="395021" cy="39502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209380" y="3657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Fecho</a:t>
            </a:r>
            <a:endParaRPr lang="en-US" sz="1700" dirty="0"/>
          </a:p>
        </p:txBody>
      </p:sp>
      <p:sp>
        <p:nvSpPr>
          <p:cNvPr id="26" name="Text 17"/>
          <p:cNvSpPr/>
          <p:nvPr/>
        </p:nvSpPr>
        <p:spPr>
          <a:xfrm>
            <a:off x="9255100" y="42062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 fácil dizer sim e avançar com a reserva.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fases, sempre por esta ordem. Saltar a descoberta é o erro mais caro.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Ligação: a confiança vem primeiro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Quebrar o gelo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Genuíno, sem pressa. O casal precisa de sentir que está com alguém, não com um vendedor.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Mostrar interesse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pela história deles, pelo dia que imaginam. A venda começa pela ligação humana.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Ler o casal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decide? O que os entusiasma? Calibras o resto da conversa logo aqui.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A MAIS IMPORTANTE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Descoberta: quem pergunta, comanda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Ouvir mais que falar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decisiva da reunião é calar-te. O casal dir-te-á exatamente o que precisa de ouvir.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Perguntas que abrem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 que é mais importante para vocês neste dia?' revela o que vais vender depois.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Descobrir o medo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 que vos preocupa na escolha?' mostra a objeção antes de ela aparecer no fim.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TEU BANCO DE PERGUNTAS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 perguntas que revelam tudo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Sobre o dia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'Como imaginam o vosso casamento?' · 'Qual o momento que mais querem guardar?'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Sobre o valor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 que vos faria sentir que valeu cada cêntimo?' · 'O que não pode faltar?'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176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Sobre o medo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'Já viram algo que não querem de todo?' · 'O que vos preocupa?'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4176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Sobre a decisão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'Quem mais decide convosco?' · 'Que prazo têm para escolher?'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Vender Emoção &amp; Fechar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se apaixona por '8 horas e 600 fotos'. Apaixona-se pela memória.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QUE CUSTA VENDAS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Entregável vs. emoção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3283F"/>
          </a:solidFill>
          <a:ln w="9525">
            <a:solidFill>
              <a:srgbClr val="9FB2C9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VENDE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“8h de cobertura, 600 fotos editadas”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técnicas.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Comparáveis com qualquer um.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emoção, sobra só o preço.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6314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VENDE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“Reviver o nervoso antes de entrar”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emoção e a memória.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Único, não comparável.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passa a ser detalhe.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TRADUÇÃO QUE FECHA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entregável a memória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Same day edit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'um vídeo no dia', 'rever a vossa manhã ainda na festa, com os convidados em lágrimas'.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Álbum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'um livro de fotos', 'o objeto que os vossos filhos vão folhear daqui a 30 anos'.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176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Cobertura completa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'10 horas', 'nenhum momento perdido, da preparação à última dança'.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4176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Relive Wedding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'um filme', 'voltar a sentir o dia, inteiro, sempre que quiserem'.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46304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DA APRESENTAÇÃO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77240" cy="77724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2137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proposta que parece feita à medida vence sempre a genérica.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6928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uma boa descoberta, apresentar só o que o casal valoriza não é truque, é serviço. Mostras que ouviste, e isso, por si só, já te separa de toda a concorrência.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Apresentar ligado às dores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Só o relevante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 o que aquele casal valoriza. Se amam o vídeo, o vídeo é o herói da proposta.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Vender tranquilidade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temem o caos, vendes a tua presença calma e organizada, não a lista de equipamento.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À medida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 que parece feita para eles vence sempre a genérica. Porque, depois da descoberta, foi mesmo.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Fechar é remover atrito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Assume o próximo passo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'Reservo a vossa data?' em vez de 'pensem e digam'. Conduzes, não esperas.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Cria segurança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claro, contrato, garantias. Quanto mais seguro, mais fácil é dizer sim.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Dá um motivo para já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limitadas, reserva por sinal. Razão para decidir agora, sem pressão artificial.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OBJEÇÃO MAIS COMUM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Quando dizem 'vamos pensar'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3283F"/>
          </a:solidFill>
          <a:ln w="9525">
            <a:solidFill>
              <a:srgbClr val="9FB2C9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REAÇÃO ERRADA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“Ok, fico a aguardar.”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o adiamento passivo.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entusiasmo arrefece.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vezes, nunca mais voltam.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6314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REAÇÃO CERTA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“Claro. O que vos ficou por esclarecer?”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a objeção real.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Resolve-a ali, no pico do interesse.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atrito para decidir.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AVANÇAR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Erros comuns na reunião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Falar mais que ouvir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descoberta, vendes às cegas e não tocas no que importa ao casal.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Listar serviços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Despejar entregáveis técnicos mata a emoção e convida à comparação de preço.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176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Proposta igual para todos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genérica perde para a que parece feita à medida daquele casal.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4176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Não pedir a decisão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 sem propor o próximo passo deixa a venda esfriar.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Trabalho desta Semana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a tua reunião para deixar de vender por sorte.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DESTA SEMANA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Três peças para fechar mais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783080" y="227685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81" y="242425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06040" y="21031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Constrói o teu guião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606040" y="252374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fases, ligação, descoberta, apresentação, fecho, com o que dizer e fazer em cada.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333756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1783080" y="36941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81" y="3841577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3520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Lista as perguntas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606040" y="394106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8–10 perguntas de descoberta que vais fazer sempre, em todas as reuniões.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75488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Shape 14"/>
          <p:cNvSpPr/>
          <p:nvPr/>
        </p:nvSpPr>
        <p:spPr>
          <a:xfrm>
            <a:off x="1783080" y="511149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81" y="5258897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06040" y="4937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Traduz 3 entregáveis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606040" y="535838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 3 serviços técnicos como emoções e memórias concretas.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ENTREGÁVEL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trazes à próxima sessão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2834640"/>
          </a:xfrm>
          <a:prstGeom prst="roundRect">
            <a:avLst>
              <a:gd name="adj" fmla="val 3226"/>
            </a:avLst>
          </a:prstGeom>
          <a:solidFill>
            <a:srgbClr val="13283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Guião de Reunião de Venda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6265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926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Guião das 4 fases da conversa, do rapport ao fecho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29584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4930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8–10 perguntas de descoberta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9651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05993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entregáveis reescritos como emoção/memória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conduzir a conversa ao sim. Agora damos forma à proposta e ao preço que a fecham.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4: A Reunião de Venda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645920"/>
            <a:ext cx="5943600" cy="5943600"/>
          </a:xfrm>
          <a:prstGeom prst="ellipse">
            <a:avLst/>
          </a:prstGeom>
          <a:solidFill>
            <a:srgbClr val="4A9EF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SESSÃO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2514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Sessão 05: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Proposta e Pricing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packs e apresentar a proposta de forma premium, para fechar a preço cheio, sem descontos.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5120640"/>
            <a:ext cx="914400" cy="0"/>
          </a:xfrm>
          <a:prstGeom prst="line">
            <a:avLst/>
          </a:prstGeom>
          <a:noFill/>
          <a:ln w="3175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RL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Mentoria · S4_Reuniao_Venda</dc:title>
  <dc:subject>PptxGenJS Presentation</dc:subject>
  <dc:creator>RL</dc:creator>
  <cp:lastModifiedBy>RL</cp:lastModifiedBy>
  <cp:revision>1</cp:revision>
  <dcterms:created xsi:type="dcterms:W3CDTF">2026-06-09T13:17:00Z</dcterms:created>
  <dcterms:modified xsi:type="dcterms:W3CDTF">2026-06-09T13:17:00Z</dcterms:modified>
</cp:coreProperties>
</file>