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07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2724912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Produção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 Entrega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4983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workflow que respeita prazos, escala sem te afogar e culmina numa entrega memorável.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0" y="393192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07</a:t>
            </a:r>
            <a:endParaRPr lang="en-US" sz="12000" dirty="0"/>
          </a:p>
        </p:txBody>
      </p:sp>
      <p:sp>
        <p:nvSpPr>
          <p:cNvPr id="9" name="Shape 7"/>
          <p:cNvSpPr/>
          <p:nvPr/>
        </p:nvSpPr>
        <p:spPr>
          <a:xfrm>
            <a:off x="658368" y="60350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RESOLVEMOS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 caos ao sistema, ao uau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253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17279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514600" y="195681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que escala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514600" y="23042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etapas que mantêm a qualidade quando o volume sobe.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1226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81" y="3270077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292608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2514600" y="305409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e expectativas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2514600" y="340156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realista e cumprir gera mais confiança que prometer rápido.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42199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36735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02336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5"/>
          <p:cNvSpPr/>
          <p:nvPr/>
        </p:nvSpPr>
        <p:spPr>
          <a:xfrm>
            <a:off x="2514600" y="415137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Entregáveis de impacto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514600" y="449884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day edit e Relive Wedding que justificam o premium.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6868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81" y="5464637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512064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800" dirty="0"/>
          </a:p>
        </p:txBody>
      </p:sp>
      <p:sp>
        <p:nvSpPr>
          <p:cNvPr id="26" name="Text 20"/>
          <p:cNvSpPr/>
          <p:nvPr/>
        </p:nvSpPr>
        <p:spPr>
          <a:xfrm>
            <a:off x="2514600" y="524865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de revelação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2514600" y="559612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entregas marca tanto como o que entregas.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Workflow que Escala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25 casamentos por ano, o caos é o que te impede de crescer.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LIMITE INVISÍVEL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Sistema é o que separa quem fatura 100k de quem trabalha 100 horas.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edição artesanal e desorganizada funciona com poucos casamentos. Ao escalar, transforma-se no teto que te prende. O sistema liberta tempo e mantém a qualidade constante.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CLARAS, PRAZOS CLAROS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 5 etapas do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0012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6124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0093" y="28657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2892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Importar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8612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imediato e organização de ficheiros desde o minuto zero.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332" y="301752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75508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71620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5589" y="286573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58388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Selecionar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604108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Triar o material. Decisões rápidas com critério definido.</a:t>
            </a:r>
            <a:endParaRPr lang="en-US" sz="12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3017520"/>
            <a:ext cx="274320" cy="2743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01004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097116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1085" y="2865730"/>
            <a:ext cx="395021" cy="3950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383884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Editar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6429604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de autor, dentro de um processo repetível.</a:t>
            </a:r>
            <a:endParaRPr lang="en-US" sz="12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1324" y="3017520"/>
            <a:ext cx="27432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26500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9922612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6581" y="2865730"/>
            <a:ext cx="395021" cy="395021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209380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Rever &amp; entregar</a:t>
            </a:r>
            <a:endParaRPr lang="en-US" sz="1700" dirty="0"/>
          </a:p>
        </p:txBody>
      </p:sp>
      <p:sp>
        <p:nvSpPr>
          <p:cNvPr id="26" name="Text 17"/>
          <p:cNvSpPr/>
          <p:nvPr/>
        </p:nvSpPr>
        <p:spPr>
          <a:xfrm>
            <a:off x="9255100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Controlo de qualidade e o momento de revelação.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com responsável e prazo. O sistema é invisível para o casal, mas garante o resultado.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VS. ESFORÇO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Porque a organização paga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25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casamentos/ano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sistema, são 25 fontes de caos. Com sistema, são 25 entregas previsíveis.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-tempo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horas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workflow definido corta horas mortas de procura, repetição e retrabalho.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=qualidade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processo garante que o casamento nº 25 sai tão bem como o nº 1.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CONFIANÇA CONSTRÓI-SE ASSIM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Gestão de prazos e expectativas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Promete realista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 que cumpres geram mais confiança do que prazos rápidos que falhas.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Comunica no onboarding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os prazos logo no início elimina a ansiedade do casal e a pressão sobre ti.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Gere a expectativa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segredo não é correr atrás do prazo, é definir bem a expectativa desde o princípio.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PRAZOS-PADRÃO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comunicar ao casal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Sneak peek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Algumas fotos em poucos dias. Mantém o entusiasmo vivo logo após o casamento.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Galeria completa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claro e cumprido para o conjunto de fotos editadas.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Filme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final com data definida. Vale a espera, e o casal sabe-o à partida.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Álbum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 para provas e versão final, com o casal envolvido na seleção.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BASTIDORES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Organização que protege a qualidade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Backups e nomenclatura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Ficheiros nomeados e copiados de forma sistemática. O caos no volume começa sempre aqui.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Numeração e seleção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sistema de numeração consistente acelera a seleção e a comunicação com o casal.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Marca de água e proteção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 definidos para entregas protegidas, sem improviso a cada casamento.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Entrega que Marca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entregas é tão importante como o que entregas.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IMPACTO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Day Edit &amp; Relive Wedding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Same day edit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vídeo editado e mostrado na própria festa. Cria um momento mágico e gera partilha imediata.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Relive Wedding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filme que mantém a emoção viva muito depois. Revisto vezes sem conta ao longo dos anos.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Geradores de conteúdo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do que serviços, são peças que o casal partilha, atraindo os próximos casais.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Justificam o premium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Entregáveis de impacto sustentam um preço mais alto e diferenciam-te da concorrência.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DETALHE QUE MUITOS ESQUECEM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Como entregas transforma um download de ficheiros num momento que nunca esquecem.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é o mesmo; a memória, não. Uma entrega encenada, uma sessão de visualização, uma caixa premium, uma apresentação no portal, fecha o ciclo em emoção.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FECHO EMOCIONAL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momento de revelação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Sessão de visualização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o filme ou o álbum em pessoa, no momento certo, multiplica o impacto emocional.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 física premium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caixa, uma pen gravada, uma impressão. O objeto torna a memória tangível.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Apresentação cuidada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no digital, revelar com cuidado no portal supera um link seco com ficheiros.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IMPRESSÃO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 encenada vs. ficheiros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3283F"/>
          </a:solidFill>
          <a:ln w="9525">
            <a:solidFill>
              <a:srgbClr val="9FB2C9">
                <a:alpha val="50000"/>
              </a:srgbClr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SECO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“Aqui está o link dos ficheiros.”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Funcional, mas frio.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emoção, sem história.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transação que acaba ali.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874520"/>
            <a:ext cx="5330952" cy="4114800"/>
          </a:xfrm>
          <a:prstGeom prst="roundRect">
            <a:avLst>
              <a:gd name="adj" fmla="val 2222"/>
            </a:avLst>
          </a:prstGeom>
          <a:solidFill>
            <a:srgbClr val="16314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1031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REVELAÇÃO ENCENADA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69087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de visualização + caixa premium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casal volta a emocionar-se.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 uma história para contar.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impressão é a que mais marca.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RETORNO DA ENTREGA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Uma boa entrega trabalha por ti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partilhas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entrega emocional gera partilha espontânea, alcance que não se compra.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casal encantado na entrega é o casal que recomenda no mês seguinte.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testemunhos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pico emocional da revelação é o momento perfeito para pedir um testemunho.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AVANÇAR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Erros comuns na produção e entrega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Editar sem sistema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workflow, cada casamento é uma luta nova e a qualidade oscila.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Prometer prazos irrealistas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prazos destrói a confiança que o resto da experiência construiu.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Bastidores desorganizados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nomenclatura e backups, o volume vira caos e risco de perder trabalho.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Entregar sem ritual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link seco desperdiça o momento mais emocional de toda a experiência.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Trabalho desta Semana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Sistematiza a produção e desenha a tua entrega.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DESTA SEMANA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peças, entrega memorável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024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83080" y="22768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481" y="2424257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21031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Mapeia o workflow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606040" y="252374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tuas etapas de edição, com responsável e prazo de cada uma, do import à entrega.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33756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333756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783080" y="36941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481" y="3841577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06040" y="35204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Define prazos-padrão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2606040" y="394106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teus prazos de entrega por tipo de serviço, para comunicar no onboarding.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75488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77240" y="475488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Shape 14"/>
          <p:cNvSpPr/>
          <p:nvPr/>
        </p:nvSpPr>
        <p:spPr>
          <a:xfrm>
            <a:off x="1783080" y="51114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81" y="5258897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606040" y="49377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Desenha a revelação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2606040" y="535838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teu momento de entrega: como, onde e com que ritual revelas o trabalho.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ENTREGÁVEL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trazes à próxima sessão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2834640"/>
          </a:xfrm>
          <a:prstGeom prst="roundRect">
            <a:avLst>
              <a:gd name="adj" fmla="val 3226"/>
            </a:avLst>
          </a:prstGeom>
          <a:solidFill>
            <a:srgbClr val="13283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Sistema de Produção e Entrega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96265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926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de edição documentado, com etapas e prazos</a:t>
            </a:r>
            <a:endParaRPr lang="en-US" sz="15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29584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4930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Prazos-padrão de entrega por tipo de serviço</a:t>
            </a:r>
            <a:endParaRPr lang="en-US" sz="15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9651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405993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de entrega/momento de revelação definido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 sistema que entrega com qualidade e emoção. Falta tornar os 100k repetíveis ano após ano.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7: Produção e Entrega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SESSÃO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" y="2514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Sessão 08: Pós-venda,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Escala e Sistemas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4251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 que tornam os 100k repetíveis: pós-venda, upsells, reservas antecipadas e métricas.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51206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Mentoria · S7_Producao_Entrega</dc:title>
  <dc:subject>PptxGenJS Presentation</dc:subject>
  <dc:creator>RL</dc:creator>
  <cp:lastModifiedBy>RL</cp:lastModifiedBy>
  <cp:revision>1</cp:revision>
  <dcterms:created xsi:type="dcterms:W3CDTF">2026-06-09T13:17:00Z</dcterms:created>
  <dcterms:modified xsi:type="dcterms:W3CDTF">2026-06-09T13:17:00Z</dcterms:modified>
</cp:coreProperties>
</file>