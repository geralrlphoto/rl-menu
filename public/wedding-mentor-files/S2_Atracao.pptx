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724912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Chegar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ao Cliente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motor previsível de leads: conteúdo, parcerias e referências.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393192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2000" dirty="0"/>
          </a:p>
        </p:txBody>
      </p:sp>
      <p:sp>
        <p:nvSpPr>
          <p:cNvPr id="9" name="Shape 7"/>
          <p:cNvSpPr/>
          <p:nvPr/>
        </p:nvSpPr>
        <p:spPr>
          <a:xfrm>
            <a:off x="658368" y="603504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RESOLVEMOS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acaso ao sistema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53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17279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514600" y="195681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precisas de um motor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14600" y="230428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de depender da sorte e do passa-palavra ocasional.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1226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327007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260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514600" y="305409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· Conteúdo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514600" y="34015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Atrair com emoção e ser encontrado por quem já procura.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199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36735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02336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2514600" y="415137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 · Parcerias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514600" y="449884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ao casal através de quem já fala com ele.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5464637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206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2514600" y="524865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 · Referências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2514600" y="55961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cada cliente feliz num embaixador.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Porque Precisas de um Motor de Leads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negócio que vive do acaso vive em stress. Vamos construir previsibilidade.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VIVER DO ACASO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montanha-russa dos leads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este mês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sistema, nunca sabes quantos casais vão aparecer, nem se vão aparecer.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62856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canal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74336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só do passa-palavra é construir a casa sobre area movediça.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39912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51392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motor, não decides quanto cresces. O mercado decide por ti.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100k exigem previsibilidade. E previsibilidade constrói-se com sistema.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COM UM MOTOR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imprevisível a previsível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3283F"/>
          </a:solidFill>
          <a:ln w="9525">
            <a:solidFill>
              <a:srgbClr val="9FB2C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MOTOR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cheios, meses vazios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Reages aos pedidos que chegam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Aceitas qualquer casal por medo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para subir o preço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negócio comanda-te a ti.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MOTOR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constante o ano inteiro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Atrais ativamente o casal certo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Escolhes com quem trabalhas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justificam o preço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comandas o negócio.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 três pilares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2580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1320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289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5460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Conteúdo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118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Atrais quem ainda não te conhece e ganhas autoridade.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732" y="30175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35628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84368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286573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18508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Parcerias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64228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Chegas ao casal através de quem já fala com ele.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80" y="301752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48676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497416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385" y="286573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31556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Referências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377276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Multiplicas com clientes que recomendam por ti.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pilar é frágil. Os três juntos tornam o fluxo de pedidos previsível.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Ativar os Três Pilares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com a sua estratégia concreta, para pores a funcionar esta semana.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· CONTEÚDO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Vender emoção, não serviços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Emoção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casal não compra fotos, compra como se vai sentir. Mostra o sentimento, não a lista de entregáveis.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tua visão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Bastidores e processo revelam o teu olhar de autor e criam ligação antes do primeiro contacto.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Reels que contam histórias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reel que conta a história de um casamento vende mais do que dezenas de fotos soltas.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· CONTEÚDO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 4 tipos que convertem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Portfólio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teu melhor trabalho, selecionado. Qualidade acima de quantidade, cada peça reforça o posicionamento.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Bastidores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processo, o teu olhar, o dia a dia. Cria proximidade e mostra como é trabalhar contigo.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Educativo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e guias para noivos. Posiciona-te como autoridade e atrai quem ainda está a decidir.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Prova social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Casais reais, testemunhos, momentos. A emoção dos outros vende sem pareceres a vender.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· CONTEÚDO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SEO local: ser encontrado por quem já procura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Business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otimizado coloca-te à frente de quem pesquisa 'fotógrafo de casamento' na tua zona, sem gastar em anúncios.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Palavras-chave locais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'Fotógrafo casamento Setúbal', 'vídeo casamento Lisboa', usa-as no site e nas legendas.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Avaliações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recentes e fotos geolocalizadas sobem-te no ranking. O pilar mais subestimado e de maior retorno.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 · PARCERIAS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Quem fala com o casal antes de 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Wedding planners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Recomendam fornecedores ao casal todos os dias. Uma boa relação enche meia agenda.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Quintas e espaços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casal escolhe o espaço cedo. Estar na lista de recomendados do espaço é ouro.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Outros fornecedores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Florista, catering, DJ, partilham os mesmos clientes. Recomendações cruzadas.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Casais antigos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teus melhores embaixadores conhecem outros casais a planear casamento.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QUE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Dar primeiro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2580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1320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289" y="28657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5460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Dás valor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118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do espaço, conteúdo, recomendações, sem pedir nada em troca.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732" y="301752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35628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84368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286573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18508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Criam confiança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64228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Tornas-te o parceiro fácil de recomendar, porque já provaste valor.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80" y="301752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48676" y="23317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497416" y="265176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385" y="286573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31556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Recebes leads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377276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Recomendar-te passa a ser natural. O fluxo começa a fluir sozinho.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parceria sólida começa sempre por dar, nunca por pedir.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Parceria com uma quinta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3283F"/>
          </a:solidFill>
          <a:ln w="9525">
            <a:solidFill>
              <a:srgbClr val="9FB2C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ERRADA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“Olá, recomendam-me aos casais?”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antes de dar.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quinta não ganha nada.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esquecido entre dezenas de pedidos iguais.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0312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CERTA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69087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grátis ao espaço + fotos para o site deles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Dás valor real primeiro.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quinta passa a usar o teu trabalho.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Recomendar-te torna-se inevitável.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 · REFERÊNCIAS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Transformar clientes em embaixadores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9971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4711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6654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Cliente feliz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1168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experiência memorável é a base. Sem ela, não há referência, com ela, a referência quer sair.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8084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95587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7530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Pedir é preciso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referência espontânea é rara. Tem de ser pedida, no momento certo: logo após a entrega.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3172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4646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084064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Facilitar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50292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Dá-lhes algo fácil de partilhar, um link, uma galeria, um cartão. Quanto menos esforço, mais recomendam.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PILAR MAIS BARATO E QUE MAIS CONVERTE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força da referência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0€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custo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referência não custa nada e chega já com confiança embutida.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62856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fecho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74336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recomendado fecha muito mais facilmente do que um lead frio.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22860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1→3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39912" y="3401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multiplicador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51392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casal feliz pode trazer vários, se lhe deres motivo e facilidade.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Construído sobre os outros dois pilares, é o que torna o crescimento exponencial.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AVANÇAR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Erros comuns na atração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Publicar sem estratégia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Postar por postar não atrai. Cada peça deve servir o posicionamento e falar ao casal ideal.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128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579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Só mostrar, nunca educar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sem conteúdo educativo nem prova social não converte indecisos.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176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Pedir parcerias sem dar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 espaços e planners a pedir favores afasta. Dá primeiro, sempre.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330952" cy="1874520"/>
          </a:xfrm>
          <a:prstGeom prst="roundRect">
            <a:avLst>
              <a:gd name="adj" fmla="val 4878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70248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4176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15384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Esquecer de pedir referências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89204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a referência ao acaso é desperdiçar o canal mais forte que tens.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Trabalho desta Semana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4983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 os três pilares com ações concretas até à próxima sessão.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DESTA SEMANA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Três tarefas, um motor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783080" y="22768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81" y="242425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21031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Plano de conteúdo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606040" y="252374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quantos posts/reels por semana e que tipos (portfólio, bastidores, educativo, prova social).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333756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783080" y="36941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81" y="384157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3520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Mapeia 10 parcerias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606040" y="394106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10 espaços e fornecedores e a tua abordagem de 'dar primeiro' para cada.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75488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Shape 14"/>
          <p:cNvSpPr/>
          <p:nvPr/>
        </p:nvSpPr>
        <p:spPr>
          <a:xfrm>
            <a:off x="1783080" y="51114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81" y="5258897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06040" y="4937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Otimiza o Google Business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606040" y="535838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Categoria, descrição com palavras-chave locais, fotos e um pedido de avaliação.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ENTREGÁVEL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trazes à próxima sessão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834640"/>
          </a:xfrm>
          <a:prstGeom prst="roundRect">
            <a:avLst>
              <a:gd name="adj" fmla="val 3226"/>
            </a:avLst>
          </a:prstGeom>
          <a:solidFill>
            <a:srgbClr val="13283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Plano de Aquisição de 90 Dias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626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926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conteúdo semanal com tipos e frequência definidos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958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493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10 parcerias potenciais com abordagem de 'dar primeiro'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651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9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Google Business otimizado e primeira avaliação pedida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motor a funcionar, os leads deixam de ser sorte. A próxima sessão trata de não os perder.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2: Como Chegar ao Cliente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2514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Sessão 03: Captação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 Qualificação do Lead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251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lead chegou. Agora garantimos que nenhum se perde por lentidão e que só avanças com quem fecha.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512064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Mentoria · S2_Atracao</dc:title>
  <dc:subject>PptxGenJS Presentation</dc:subject>
  <dc:creator>RL</dc:creator>
  <cp:lastModifiedBy>RL</cp:lastModifiedBy>
  <cp:revision>1</cp:revision>
  <dcterms:created xsi:type="dcterms:W3CDTF">2026-06-09T13:17:00Z</dcterms:created>
  <dcterms:modified xsi:type="dcterms:W3CDTF">2026-06-09T13:17:00Z</dcterms:modified>
</cp:coreProperties>
</file>