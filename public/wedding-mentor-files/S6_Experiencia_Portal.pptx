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06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724912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Experiência e Portal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Cliente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4983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experiência tão cuidada que o casal se torna fã, com um portal de cliente diferenciador.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393192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2000" dirty="0"/>
          </a:p>
        </p:txBody>
      </p:sp>
      <p:sp>
        <p:nvSpPr>
          <p:cNvPr id="9" name="Shape 7"/>
          <p:cNvSpPr/>
          <p:nvPr/>
        </p:nvSpPr>
        <p:spPr>
          <a:xfrm>
            <a:off x="658368" y="603504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RESOLVEMOS HOJE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sim ao fã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53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1727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514600" y="195681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venda começa no sim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14600" y="230428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período até ao casamento constrói (ou perde) o fã.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1226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327007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260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514600" y="305409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do cliente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514600" y="34015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cada momento, do sinal à entrega.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199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36735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02336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2514600" y="415137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portal diferenciador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514600" y="44988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tudo num espaço que projeta organização.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5464637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1206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2514600" y="524865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uau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2514600" y="55961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Surpresas planeadas que viram histórias contadas aos amigos.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Venda Não Acaba no Sim. Começa.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fazes entre a reserva e o dia é o que separa um fornecedor de um fã.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46304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 DESPERDIÇADA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" cy="7772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2137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i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silêncio entre o sinal e o dia é dinheiro deixado em cima da mesa.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toda a concorrência desaparece depois do contrato. Um casal acompanhado e seguro recomenda, compra extras e deixa-te trabalhar melhor. É aqui que se constrói o fã.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APÓS O SIM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onboarding que tranquiliza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Boas-vindas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mensagem calorosa logo após a reserva. O casal acabou de gastar muito, dá-lhe a certeza de que escolheu bem.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Próximos passos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esperar e quando. Clareza elimina ansiedade e mostra que tens tudo controlado.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primeira prova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onboarding é a primeira demonstração de que o premium se justifica. A experiência começa aqui.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COMPLETO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jornada, do sim à entrega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0012" y="23317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6124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093" y="2865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2892" y="3657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Reserva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8612" y="42062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e contrato. O sim que dá início a tudo.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332" y="301752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75508" y="23317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71620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589" y="286573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58388" y="3657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Acompanhamento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604108" y="42062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revista, cronograma, lembretes.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828" y="301752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01004" y="23317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97116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085" y="286573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83884" y="3657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dia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6429604" y="42062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tranquila. Tudo o que prometeste, cumprido.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1324" y="301752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26500" y="23317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922612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6581" y="2865730"/>
            <a:ext cx="395021" cy="3950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209380" y="3657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9255100" y="42062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 de revelação que fecha o ciclo em emoção.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é um ponto de contacto que podes desenhar para encantar.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Portal &amp; os Momentos Uau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diferenciador não acontece por acaso. Desenha-se.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VISÍVEL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WhatsApp solto vs. portal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3283F"/>
          </a:solidFill>
          <a:ln w="9525">
            <a:solidFill>
              <a:srgbClr val="9FB2C9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DISPERSA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perdidas no WhatsApp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algures no email.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casal nunca sabe onde está o quê.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igual a toda a concorrência.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6314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CLIENTE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num só espaço, só deles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Proposta, contrato, cronograma, galeria.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 organização e cuidado.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“Estes são diferentes.”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PARA IMPRESSIONAR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o teu portal deve conter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Proposta e contrato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foi acordado, num só lugar, sempre acessível e organizado.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revista de pré-reunião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que educa o casal sobre os serviços e antecipa upsells de forma natural.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Cronograma do dia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planeamento partilhado que dá segurança e evita surpresas no casamento.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Galeria e entregas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espaço para revelar fotos e vídeos, o momento de revelação acontece aqui.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PEÇA QUE ELEVA O TICKET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revista de pré-reunião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Educa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o valor de cada serviço, pré-wedding, álbum, drone, same day edit, Relive Wedding.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Eleva o ticket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casal entende o valor antes de o ofereceres, o upsell deixa de ser venda.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Antecipa upsells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a semente dos extras com naturalidade, dentro de um material premium.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NINGUÉM ESQUECE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Momentos uau planeados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 véspera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mensagem calorosa a desejar o melhor dia. Mostra que estás presente, não só contratado.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Uma primeira foto no dia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uma foto ainda durante a festa cria um momento mágico e imediato de partilha.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 pequeno presente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impressão, uma caixa, um detalhe inesperado na entrega. Histórias que se contam.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Surpresa final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não prometeste mas entregaste. O uau que vale mais que qualquer anúncio.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LONGO DE TODO O PROCESSO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Comunicação que mantém o casal seguro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Lembretes nos momentos certos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planeamento, prazos, o cronograma. O casal nunca se sente perdido.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Disponível, sem ser invasivo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com cuidado e a tempo. A tranquilidade que dás reflete a do dia.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Toque humano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que mostram que te lembras deles como casal, não como mais um contrato.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46304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INVISÍVEL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" cy="7772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2137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Cada momento uau é marketing que não se compra.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6928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casal encantado conta a história a amigos, deixa testemunhos e recomenda sem que peças. A experiência premium é o motor de referências mais barato e poderoso que existe.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DE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Transformar o cliente em fã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cliente a fã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experiência cuidada do início ao fim faz o casal sentir que escolheu o melhor, e querer dizê-lo a todos.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fã a embaixador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fã recomenda sem que peças, defende o teu preço e traz-te os amigos. É o teu melhor comercial.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embaixador a recorrente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para o aniversário, a gravidez, o batizado. A relação não acaba na entrega, começa a render.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DA EXPERIÊNCIA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fã vale muito mais que a venda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1→vários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rede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casal encantado traz outros casais. A experiência é o motor de referências.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5696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+ticket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62856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extras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74336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confia e se sente cuidado diz sim aos upsells com naturalidade.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0€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39912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51392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 publicidade, a recomendação genuína, nasce de uma experiência memorável.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AVANÇAR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Erros comuns na experiência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Desaparecer após o sinal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silêncio entre a reserva e o dia desperdiça a janela de construir o fã.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Comunicação dispersa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espaço central, o casal sente desorganização, o oposto do premium.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Não educar para os extras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revista, os upsells parecem venda e ficam por concretizar.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Deixar tudo ao acaso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momentos uau não acontecem sozinhos. Se não os desenhas, não existem.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Trabalho desta Semana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 a experiência que transforma clientes em fãs.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DESTA SEMANA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Três peças, uma experiência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783080" y="22768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81" y="242425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21031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Mapeia a jornada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606040" y="252374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'sim' à entrega, com cada ponto de contacto marcado e o que acontece em cada um.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333756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783080" y="36941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81" y="3841577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3520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Estrutura o teu portal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606040" y="394106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secções e conteúdos vai ter: proposta, revista, cronograma, galeria.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75488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Shape 14"/>
          <p:cNvSpPr/>
          <p:nvPr/>
        </p:nvSpPr>
        <p:spPr>
          <a:xfrm>
            <a:off x="1783080" y="51114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81" y="5258897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06040" y="4937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Define 3 momentos uau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606040" y="535838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surpresas concretas para inserir ao longo do processo.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ENTREGÁVEL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trazes à próxima sessão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2834640"/>
          </a:xfrm>
          <a:prstGeom prst="roundRect">
            <a:avLst>
              <a:gd name="adj" fmla="val 3226"/>
            </a:avLst>
          </a:prstGeom>
          <a:solidFill>
            <a:srgbClr val="13283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Experiência do Cliente Desenhada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626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926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jornada do cliente, do sim à entrega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958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493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portal de cliente (secções e conteúdos)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651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9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momentos uau definidos e onde encaixam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está desenhada. Agora a produção e a entrega que a concretizam sem te afogar.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6: Experiência e Portal de Cliente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SESSÃO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2514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Sessão 07: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Produção e Entrega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workflow que respeita prazos, escala sem te afogar e culmina num momento de revelação memorável.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512064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Mentoria · S6_Experiencia_Portal</dc:title>
  <dc:subject>PptxGenJS Presentation</dc:subject>
  <dc:creator>RL</dc:creator>
  <cp:lastModifiedBy>RL</cp:lastModifiedBy>
  <cp:revision>1</cp:revision>
  <dcterms:created xsi:type="dcterms:W3CDTF">2026-06-09T13:17:00Z</dcterms:created>
  <dcterms:modified xsi:type="dcterms:W3CDTF">2026-06-09T13:17:00Z</dcterms:modified>
</cp:coreProperties>
</file>